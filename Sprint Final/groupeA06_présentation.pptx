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4" r:id="rId8"/>
    <p:sldId id="263" r:id="rId9"/>
    <p:sldId id="262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82" d="100"/>
          <a:sy n="82" d="100"/>
        </p:scale>
        <p:origin x="691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microsoft.com/office/2016/11/relationships/changesInfo" Target="changesInfos/changesInfo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Loïc LADERRIERE" userId="8aa3530b-4f9c-4863-a79b-92c705e0f25d" providerId="ADAL" clId="{2F1A76B4-DB7B-4FBC-AE4F-8E62909B19CA}"/>
    <pc:docChg chg="undo modSld sldOrd">
      <pc:chgData name="Loïc LADERRIERE" userId="8aa3530b-4f9c-4863-a79b-92c705e0f25d" providerId="ADAL" clId="{2F1A76B4-DB7B-4FBC-AE4F-8E62909B19CA}" dt="2018-05-17T11:32:45.956" v="44"/>
      <pc:docMkLst>
        <pc:docMk/>
      </pc:docMkLst>
      <pc:sldChg chg="modSp">
        <pc:chgData name="Loïc LADERRIERE" userId="8aa3530b-4f9c-4863-a79b-92c705e0f25d" providerId="ADAL" clId="{2F1A76B4-DB7B-4FBC-AE4F-8E62909B19CA}" dt="2018-05-17T11:32:22.134" v="43" actId="20577"/>
        <pc:sldMkLst>
          <pc:docMk/>
          <pc:sldMk cId="1860485451" sldId="257"/>
        </pc:sldMkLst>
        <pc:spChg chg="mod">
          <ac:chgData name="Loïc LADERRIERE" userId="8aa3530b-4f9c-4863-a79b-92c705e0f25d" providerId="ADAL" clId="{2F1A76B4-DB7B-4FBC-AE4F-8E62909B19CA}" dt="2018-05-17T11:32:22.134" v="43" actId="20577"/>
          <ac:spMkLst>
            <pc:docMk/>
            <pc:sldMk cId="1860485451" sldId="257"/>
            <ac:spMk id="3" creationId="{14CAE977-EFB7-4A0F-9E5A-51D084A4C4AB}"/>
          </ac:spMkLst>
        </pc:spChg>
      </pc:sldChg>
      <pc:sldChg chg="ord">
        <pc:chgData name="Loïc LADERRIERE" userId="8aa3530b-4f9c-4863-a79b-92c705e0f25d" providerId="ADAL" clId="{2F1A76B4-DB7B-4FBC-AE4F-8E62909B19CA}" dt="2018-05-17T11:32:45.956" v="44"/>
        <pc:sldMkLst>
          <pc:docMk/>
          <pc:sldMk cId="3338450600" sldId="261"/>
        </pc:sldMkLst>
      </pc:sldChg>
      <pc:sldChg chg="ord">
        <pc:chgData name="Loïc LADERRIERE" userId="8aa3530b-4f9c-4863-a79b-92c705e0f25d" providerId="ADAL" clId="{2F1A76B4-DB7B-4FBC-AE4F-8E62909B19CA}" dt="2018-05-17T09:08:21.862" v="22"/>
        <pc:sldMkLst>
          <pc:docMk/>
          <pc:sldMk cId="3750206518" sldId="264"/>
        </pc:sldMkLst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Group 18"/>
          <p:cNvGrpSpPr/>
          <p:nvPr/>
        </p:nvGrpSpPr>
        <p:grpSpPr>
          <a:xfrm>
            <a:off x="546100" y="-4763"/>
            <a:ext cx="5014912" cy="6862763"/>
            <a:chOff x="2928938" y="-4763"/>
            <a:chExt cx="5014912" cy="6862763"/>
          </a:xfrm>
        </p:grpSpPr>
        <p:sp>
          <p:nvSpPr>
            <p:cNvPr id="22" name="Freeform 6"/>
            <p:cNvSpPr/>
            <p:nvPr/>
          </p:nvSpPr>
          <p:spPr bwMode="auto">
            <a:xfrm>
              <a:off x="3367088" y="-4763"/>
              <a:ext cx="1063625" cy="2782888"/>
            </a:xfrm>
            <a:custGeom>
              <a:avLst/>
              <a:gdLst/>
              <a:ahLst/>
              <a:cxnLst/>
              <a:rect l="0" t="0" r="r" b="b"/>
              <a:pathLst>
                <a:path w="670" h="1753">
                  <a:moveTo>
                    <a:pt x="0" y="1696"/>
                  </a:moveTo>
                  <a:lnTo>
                    <a:pt x="225" y="1753"/>
                  </a:lnTo>
                  <a:lnTo>
                    <a:pt x="670" y="0"/>
                  </a:lnTo>
                  <a:lnTo>
                    <a:pt x="430" y="0"/>
                  </a:lnTo>
                  <a:lnTo>
                    <a:pt x="0" y="169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23" name="Freeform 7"/>
            <p:cNvSpPr/>
            <p:nvPr/>
          </p:nvSpPr>
          <p:spPr bwMode="auto">
            <a:xfrm>
              <a:off x="2928938" y="-4763"/>
              <a:ext cx="1035050" cy="2673350"/>
            </a:xfrm>
            <a:custGeom>
              <a:avLst/>
              <a:gdLst/>
              <a:ahLst/>
              <a:cxnLst/>
              <a:rect l="0" t="0" r="r" b="b"/>
              <a:pathLst>
                <a:path w="652" h="1684">
                  <a:moveTo>
                    <a:pt x="225" y="1684"/>
                  </a:moveTo>
                  <a:lnTo>
                    <a:pt x="652" y="0"/>
                  </a:lnTo>
                  <a:lnTo>
                    <a:pt x="411" y="0"/>
                  </a:lnTo>
                  <a:lnTo>
                    <a:pt x="0" y="1627"/>
                  </a:lnTo>
                  <a:lnTo>
                    <a:pt x="219" y="1681"/>
                  </a:lnTo>
                  <a:lnTo>
                    <a:pt x="225" y="1684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</p:sp>
        <p:sp>
          <p:nvSpPr>
            <p:cNvPr id="24" name="Freeform 9"/>
            <p:cNvSpPr/>
            <p:nvPr/>
          </p:nvSpPr>
          <p:spPr bwMode="auto">
            <a:xfrm>
              <a:off x="2928938" y="2582862"/>
              <a:ext cx="2693987" cy="4275138"/>
            </a:xfrm>
            <a:custGeom>
              <a:avLst/>
              <a:gdLst/>
              <a:ahLst/>
              <a:cxnLst/>
              <a:rect l="0" t="0" r="r" b="b"/>
              <a:pathLst>
                <a:path w="1697" h="2693">
                  <a:moveTo>
                    <a:pt x="0" y="0"/>
                  </a:moveTo>
                  <a:lnTo>
                    <a:pt x="1622" y="2693"/>
                  </a:lnTo>
                  <a:lnTo>
                    <a:pt x="1697" y="26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</p:sp>
        <p:sp>
          <p:nvSpPr>
            <p:cNvPr id="25" name="Freeform 10"/>
            <p:cNvSpPr/>
            <p:nvPr/>
          </p:nvSpPr>
          <p:spPr bwMode="auto">
            <a:xfrm>
              <a:off x="3371850" y="2692400"/>
              <a:ext cx="3332162" cy="4165600"/>
            </a:xfrm>
            <a:custGeom>
              <a:avLst/>
              <a:gdLst/>
              <a:ahLst/>
              <a:cxnLst/>
              <a:rect l="0" t="0" r="r" b="b"/>
              <a:pathLst>
                <a:path w="2099" h="2624">
                  <a:moveTo>
                    <a:pt x="2099" y="2624"/>
                  </a:moveTo>
                  <a:lnTo>
                    <a:pt x="0" y="0"/>
                  </a:lnTo>
                  <a:lnTo>
                    <a:pt x="2021" y="2624"/>
                  </a:lnTo>
                  <a:lnTo>
                    <a:pt x="2099" y="2624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</p:sp>
        <p:sp>
          <p:nvSpPr>
            <p:cNvPr id="26" name="Freeform 11"/>
            <p:cNvSpPr/>
            <p:nvPr/>
          </p:nvSpPr>
          <p:spPr bwMode="auto">
            <a:xfrm>
              <a:off x="3367088" y="2687637"/>
              <a:ext cx="4576762" cy="4170363"/>
            </a:xfrm>
            <a:custGeom>
              <a:avLst/>
              <a:gdLst/>
              <a:ahLst/>
              <a:cxnLst/>
              <a:rect l="0" t="0" r="r" b="b"/>
              <a:pathLst>
                <a:path w="2883" h="2627">
                  <a:moveTo>
                    <a:pt x="0" y="0"/>
                  </a:moveTo>
                  <a:lnTo>
                    <a:pt x="3" y="3"/>
                  </a:lnTo>
                  <a:lnTo>
                    <a:pt x="2102" y="2627"/>
                  </a:lnTo>
                  <a:lnTo>
                    <a:pt x="2883" y="2627"/>
                  </a:lnTo>
                  <a:lnTo>
                    <a:pt x="225" y="5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</p:sp>
        <p:sp>
          <p:nvSpPr>
            <p:cNvPr id="27" name="Freeform 12"/>
            <p:cNvSpPr/>
            <p:nvPr/>
          </p:nvSpPr>
          <p:spPr bwMode="auto">
            <a:xfrm>
              <a:off x="2928938" y="2578100"/>
              <a:ext cx="3584575" cy="4279900"/>
            </a:xfrm>
            <a:custGeom>
              <a:avLst/>
              <a:gdLst/>
              <a:ahLst/>
              <a:cxnLst/>
              <a:rect l="0" t="0" r="r" b="b"/>
              <a:pathLst>
                <a:path w="2258" h="2696">
                  <a:moveTo>
                    <a:pt x="2258" y="2696"/>
                  </a:moveTo>
                  <a:lnTo>
                    <a:pt x="264" y="111"/>
                  </a:lnTo>
                  <a:lnTo>
                    <a:pt x="228" y="60"/>
                  </a:lnTo>
                  <a:lnTo>
                    <a:pt x="225" y="57"/>
                  </a:lnTo>
                  <a:lnTo>
                    <a:pt x="0" y="0"/>
                  </a:lnTo>
                  <a:lnTo>
                    <a:pt x="0" y="3"/>
                  </a:lnTo>
                  <a:lnTo>
                    <a:pt x="1697" y="2696"/>
                  </a:lnTo>
                  <a:lnTo>
                    <a:pt x="2258" y="2696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928401" y="1380068"/>
            <a:ext cx="8574622" cy="2616199"/>
          </a:xfrm>
        </p:spPr>
        <p:txBody>
          <a:bodyPr anchor="b">
            <a:normAutofit/>
          </a:bodyPr>
          <a:lstStyle>
            <a:lvl1pPr algn="r">
              <a:defRPr sz="6000">
                <a:effectLst/>
              </a:defRPr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515377" y="3996267"/>
            <a:ext cx="6987645" cy="1388534"/>
          </a:xfrm>
        </p:spPr>
        <p:txBody>
          <a:bodyPr anchor="t">
            <a:normAutofit/>
          </a:bodyPr>
          <a:lstStyle>
            <a:lvl1pPr marL="0" indent="0" algn="r">
              <a:buNone/>
              <a:defRPr sz="21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/>
              <a:t>Modifiez le style des sous-titres du masque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8E6EC5-F474-44B6-BEB8-D58CC4B7C9F7}" type="datetimeFigureOut">
              <a:rPr lang="fr-FR" smtClean="0"/>
              <a:t>17/05/2018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332412" y="5883275"/>
            <a:ext cx="4324044" cy="365125"/>
          </a:xfrm>
        </p:spPr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93F7CE-007F-4D89-B3E5-B7F3B107E0C8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49633630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8E6EC5-F474-44B6-BEB8-D58CC4B7C9F7}" type="datetimeFigureOut">
              <a:rPr lang="fr-FR" smtClean="0"/>
              <a:t>17/05/2018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951856" y="5867131"/>
            <a:ext cx="551167" cy="365125"/>
          </a:xfrm>
        </p:spPr>
        <p:txBody>
          <a:bodyPr/>
          <a:lstStyle/>
          <a:p>
            <a:fld id="{5F93F7CE-007F-4D89-B3E5-B7F3B107E0C8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29395256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72279" y="2666999"/>
            <a:ext cx="8930747" cy="2110382"/>
          </a:xfrm>
        </p:spPr>
        <p:txBody>
          <a:bodyPr anchor="b"/>
          <a:lstStyle>
            <a:lvl1pPr algn="r">
              <a:defRPr sz="4000" b="0" cap="none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72278" y="4777381"/>
            <a:ext cx="8930748" cy="860400"/>
          </a:xfrm>
        </p:spPr>
        <p:txBody>
          <a:bodyPr anchor="t">
            <a:normAutofit/>
          </a:bodyPr>
          <a:lstStyle>
            <a:lvl1pPr marL="0" indent="0" algn="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8E6EC5-F474-44B6-BEB8-D58CC4B7C9F7}" type="datetimeFigureOut">
              <a:rPr lang="fr-FR" smtClean="0"/>
              <a:t>17/05/2018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93F7CE-007F-4D89-B3E5-B7F3B107E0C8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2903893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1" y="685800"/>
            <a:ext cx="10018713" cy="1752599"/>
          </a:xfrm>
        </p:spPr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84312" y="2666999"/>
            <a:ext cx="4895055" cy="3124201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607967" y="2667000"/>
            <a:ext cx="4895056" cy="312420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8E6EC5-F474-44B6-BEB8-D58CC4B7C9F7}" type="datetimeFigureOut">
              <a:rPr lang="fr-FR" smtClean="0"/>
              <a:t>17/05/2018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93F7CE-007F-4D89-B3E5-B7F3B107E0C8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25559068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72179" y="2658533"/>
            <a:ext cx="4607188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84311" y="3335337"/>
            <a:ext cx="4895056" cy="2455862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880487" y="2667000"/>
            <a:ext cx="4622537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607967" y="3335337"/>
            <a:ext cx="4895056" cy="2455862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8E6EC5-F474-44B6-BEB8-D58CC4B7C9F7}" type="datetimeFigureOut">
              <a:rPr lang="fr-FR" smtClean="0"/>
              <a:t>17/05/2018</a:t>
            </a:fld>
            <a:endParaRPr lang="fr-F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93F7CE-007F-4D89-B3E5-B7F3B107E0C8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17832294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8E6EC5-F474-44B6-BEB8-D58CC4B7C9F7}" type="datetimeFigureOut">
              <a:rPr lang="fr-FR" smtClean="0"/>
              <a:t>17/05/2018</a:t>
            </a:fld>
            <a:endParaRPr lang="fr-F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93F7CE-007F-4D89-B3E5-B7F3B107E0C8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688451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8E6EC5-F474-44B6-BEB8-D58CC4B7C9F7}" type="datetimeFigureOut">
              <a:rPr lang="fr-FR" smtClean="0"/>
              <a:t>17/05/2018</a:t>
            </a:fld>
            <a:endParaRPr lang="fr-F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93F7CE-007F-4D89-B3E5-B7F3B107E0C8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86883853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2" y="1600200"/>
            <a:ext cx="3549121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262033" y="685799"/>
            <a:ext cx="6240990" cy="5105401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4312" y="2971800"/>
            <a:ext cx="3549121" cy="1828800"/>
          </a:xfrm>
        </p:spPr>
        <p:txBody>
          <a:bodyPr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8E6EC5-F474-44B6-BEB8-D58CC4B7C9F7}" type="datetimeFigureOut">
              <a:rPr lang="fr-FR" smtClean="0"/>
              <a:t>17/05/2018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93F7CE-007F-4D89-B3E5-B7F3B107E0C8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15637425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2724" y="1752599"/>
            <a:ext cx="5426158" cy="1371600"/>
          </a:xfrm>
        </p:spPr>
        <p:txBody>
          <a:bodyPr anchor="b">
            <a:normAutofit/>
          </a:bodyPr>
          <a:lstStyle>
            <a:lvl1pPr algn="ctr">
              <a:defRPr sz="2800" b="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594682" y="914400"/>
            <a:ext cx="3280974" cy="4572000"/>
          </a:xfrm>
          <a:prstGeom prst="roundRect">
            <a:avLst>
              <a:gd name="adj" fmla="val 42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fr-FR"/>
              <a:t>Cliquez sur l'icône pour ajouter une image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2724" y="3124199"/>
            <a:ext cx="5426158" cy="1828800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8E6EC5-F474-44B6-BEB8-D58CC4B7C9F7}" type="datetimeFigureOut">
              <a:rPr lang="fr-FR" smtClean="0"/>
              <a:t>17/05/2018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93F7CE-007F-4D89-B3E5-B7F3B107E0C8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01930809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mage panoramiqu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1" y="4732865"/>
            <a:ext cx="10018711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386012" y="932112"/>
            <a:ext cx="8225944" cy="3164976"/>
          </a:xfrm>
          <a:prstGeom prst="roundRect">
            <a:avLst>
              <a:gd name="adj" fmla="val 43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fr-FR"/>
              <a:t>Cliquez sur l'icône pour ajouter une image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4311" y="5299603"/>
            <a:ext cx="10018711" cy="493712"/>
          </a:xfrm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8E6EC5-F474-44B6-BEB8-D58CC4B7C9F7}" type="datetimeFigureOut">
              <a:rPr lang="fr-FR" smtClean="0"/>
              <a:t>17/05/2018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93F7CE-007F-4D89-B3E5-B7F3B107E0C8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75317714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re et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2" y="685800"/>
            <a:ext cx="10018711" cy="3048000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2" y="4343400"/>
            <a:ext cx="10018713" cy="1447800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8E6EC5-F474-44B6-BEB8-D58CC4B7C9F7}" type="datetimeFigureOut">
              <a:rPr lang="fr-FR" smtClean="0"/>
              <a:t>17/05/2018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93F7CE-007F-4D89-B3E5-B7F3B107E0C8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39770760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tion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1598612" y="863023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893425" y="2819399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08212" y="685800"/>
            <a:ext cx="8990012" cy="2743199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436811" y="3428999"/>
            <a:ext cx="8532815" cy="381000"/>
          </a:xfrm>
        </p:spPr>
        <p:txBody>
          <a:bodyPr anchor="ctr">
            <a:normAutofit/>
          </a:bodyPr>
          <a:lstStyle>
            <a:lvl1pPr marL="0" indent="0">
              <a:buFontTx/>
              <a:buNone/>
              <a:defRPr sz="18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1" y="4343400"/>
            <a:ext cx="10018711" cy="1447800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8E6EC5-F474-44B6-BEB8-D58CC4B7C9F7}" type="datetimeFigureOut">
              <a:rPr lang="fr-FR" smtClean="0"/>
              <a:t>17/05/2018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93F7CE-007F-4D89-B3E5-B7F3B107E0C8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18048491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rte n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3" y="3308581"/>
            <a:ext cx="10018709" cy="1468800"/>
          </a:xfrm>
        </p:spPr>
        <p:txBody>
          <a:bodyPr anchor="b">
            <a:normAutofit/>
          </a:bodyPr>
          <a:lstStyle>
            <a:lvl1pPr algn="r">
              <a:defRPr sz="3200" b="0" cap="none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2" y="4777381"/>
            <a:ext cx="10018710" cy="860400"/>
          </a:xfrm>
        </p:spPr>
        <p:txBody>
          <a:bodyPr anchor="t">
            <a:normAutofit/>
          </a:bodyPr>
          <a:lstStyle>
            <a:lvl1pPr marL="0" indent="0" algn="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8E6EC5-F474-44B6-BEB8-D58CC4B7C9F7}" type="datetimeFigureOut">
              <a:rPr lang="fr-FR" smtClean="0"/>
              <a:t>17/05/2018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93F7CE-007F-4D89-B3E5-B7F3B107E0C8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84018782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rte nom cita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1598612" y="863023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893425" y="2819399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08212" y="685800"/>
            <a:ext cx="8990012" cy="2743199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484313" y="3886200"/>
            <a:ext cx="10018710" cy="889000"/>
          </a:xfrm>
        </p:spPr>
        <p:txBody>
          <a:bodyPr vert="horz" lIns="91440" tIns="45720" rIns="91440" bIns="45720" rtlCol="0" anchor="b">
            <a:normAutofit/>
          </a:bodyPr>
          <a:lstStyle>
            <a:lvl1pPr algn="r">
              <a:buNone/>
              <a:defRPr lang="en-US" sz="24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fr-FR"/>
              <a:t>Modifier les styles du texte du masque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2" y="4775200"/>
            <a:ext cx="10018710" cy="1016000"/>
          </a:xfrm>
        </p:spPr>
        <p:txBody>
          <a:bodyPr anchor="t">
            <a:normAutofit/>
          </a:bodyPr>
          <a:lstStyle>
            <a:lvl1pPr marL="0" indent="0" algn="r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8E6EC5-F474-44B6-BEB8-D58CC4B7C9F7}" type="datetimeFigureOut">
              <a:rPr lang="fr-FR" smtClean="0"/>
              <a:t>17/05/2018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93F7CE-007F-4D89-B3E5-B7F3B107E0C8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81843937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rai ou faux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3" y="685800"/>
            <a:ext cx="10018712" cy="2727325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484312" y="3505200"/>
            <a:ext cx="10018713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8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fr-FR"/>
              <a:t>Modifier les styles du texte du masque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1" y="4343400"/>
            <a:ext cx="10018713" cy="14478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8E6EC5-F474-44B6-BEB8-D58CC4B7C9F7}" type="datetimeFigureOut">
              <a:rPr lang="fr-FR" smtClean="0"/>
              <a:t>17/05/2018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93F7CE-007F-4D89-B3E5-B7F3B107E0C8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98151743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8E6EC5-F474-44B6-BEB8-D58CC4B7C9F7}" type="datetimeFigureOut">
              <a:rPr lang="fr-FR" smtClean="0"/>
              <a:t>17/05/2018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93F7CE-007F-4D89-B3E5-B7F3B107E0C8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29346194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732655" y="685800"/>
            <a:ext cx="1770369" cy="5105400"/>
          </a:xfrm>
        </p:spPr>
        <p:txBody>
          <a:bodyPr vert="eaVert"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84312" y="685800"/>
            <a:ext cx="8019742" cy="5105400"/>
          </a:xfrm>
        </p:spPr>
        <p:txBody>
          <a:bodyPr vert="eaVert" anchor="t"/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8E6EC5-F474-44B6-BEB8-D58CC4B7C9F7}" type="datetimeFigureOut">
              <a:rPr lang="fr-FR" smtClean="0"/>
              <a:t>17/05/2018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93F7CE-007F-4D89-B3E5-B7F3B107E0C8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67854884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150812" y="0"/>
            <a:ext cx="2436813" cy="6858001"/>
            <a:chOff x="1320800" y="0"/>
            <a:chExt cx="2436813" cy="6858001"/>
          </a:xfrm>
        </p:grpSpPr>
        <p:sp>
          <p:nvSpPr>
            <p:cNvPr id="8" name="Freeform 6"/>
            <p:cNvSpPr/>
            <p:nvPr/>
          </p:nvSpPr>
          <p:spPr bwMode="auto">
            <a:xfrm>
              <a:off x="1627188" y="0"/>
              <a:ext cx="1122363" cy="5329238"/>
            </a:xfrm>
            <a:custGeom>
              <a:avLst/>
              <a:gdLst/>
              <a:ahLst/>
              <a:cxnLst/>
              <a:rect l="0" t="0" r="r" b="b"/>
              <a:pathLst>
                <a:path w="707" h="3357">
                  <a:moveTo>
                    <a:pt x="0" y="3330"/>
                  </a:moveTo>
                  <a:lnTo>
                    <a:pt x="156" y="3357"/>
                  </a:lnTo>
                  <a:lnTo>
                    <a:pt x="707" y="0"/>
                  </a:lnTo>
                  <a:lnTo>
                    <a:pt x="547" y="0"/>
                  </a:lnTo>
                  <a:lnTo>
                    <a:pt x="0" y="333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9" name="Freeform 7"/>
            <p:cNvSpPr/>
            <p:nvPr/>
          </p:nvSpPr>
          <p:spPr bwMode="auto">
            <a:xfrm>
              <a:off x="1320800" y="0"/>
              <a:ext cx="1117600" cy="5276850"/>
            </a:xfrm>
            <a:custGeom>
              <a:avLst/>
              <a:gdLst/>
              <a:ahLst/>
              <a:cxnLst/>
              <a:rect l="0" t="0" r="r" b="b"/>
              <a:pathLst>
                <a:path w="704" h="3324">
                  <a:moveTo>
                    <a:pt x="704" y="0"/>
                  </a:moveTo>
                  <a:lnTo>
                    <a:pt x="545" y="0"/>
                  </a:lnTo>
                  <a:lnTo>
                    <a:pt x="0" y="3300"/>
                  </a:lnTo>
                  <a:lnTo>
                    <a:pt x="157" y="3324"/>
                  </a:lnTo>
                  <a:lnTo>
                    <a:pt x="704" y="0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</p:sp>
        <p:sp>
          <p:nvSpPr>
            <p:cNvPr id="10" name="Freeform 8"/>
            <p:cNvSpPr/>
            <p:nvPr/>
          </p:nvSpPr>
          <p:spPr bwMode="auto">
            <a:xfrm>
              <a:off x="1320800" y="5238750"/>
              <a:ext cx="1228725" cy="1619250"/>
            </a:xfrm>
            <a:custGeom>
              <a:avLst/>
              <a:gdLst/>
              <a:ahLst/>
              <a:cxnLst/>
              <a:rect l="0" t="0" r="r" b="b"/>
              <a:pathLst>
                <a:path w="774" h="1020">
                  <a:moveTo>
                    <a:pt x="0" y="0"/>
                  </a:moveTo>
                  <a:lnTo>
                    <a:pt x="740" y="1020"/>
                  </a:lnTo>
                  <a:lnTo>
                    <a:pt x="774" y="10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</p:sp>
        <p:sp>
          <p:nvSpPr>
            <p:cNvPr id="11" name="Freeform 9"/>
            <p:cNvSpPr/>
            <p:nvPr/>
          </p:nvSpPr>
          <p:spPr bwMode="auto">
            <a:xfrm>
              <a:off x="1627188" y="5291138"/>
              <a:ext cx="1495425" cy="1566863"/>
            </a:xfrm>
            <a:custGeom>
              <a:avLst/>
              <a:gdLst/>
              <a:ahLst/>
              <a:cxnLst/>
              <a:rect l="0" t="0" r="r" b="b"/>
              <a:pathLst>
                <a:path w="942" h="987">
                  <a:moveTo>
                    <a:pt x="0" y="0"/>
                  </a:moveTo>
                  <a:lnTo>
                    <a:pt x="909" y="987"/>
                  </a:lnTo>
                  <a:lnTo>
                    <a:pt x="942" y="98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</p:sp>
        <p:sp>
          <p:nvSpPr>
            <p:cNvPr id="12" name="Freeform 10"/>
            <p:cNvSpPr/>
            <p:nvPr/>
          </p:nvSpPr>
          <p:spPr bwMode="auto">
            <a:xfrm>
              <a:off x="1627188" y="5286375"/>
              <a:ext cx="2130425" cy="1571625"/>
            </a:xfrm>
            <a:custGeom>
              <a:avLst/>
              <a:gdLst/>
              <a:ahLst/>
              <a:cxnLst/>
              <a:rect l="0" t="0" r="r" b="b"/>
              <a:pathLst>
                <a:path w="1342" h="990">
                  <a:moveTo>
                    <a:pt x="0" y="3"/>
                  </a:moveTo>
                  <a:lnTo>
                    <a:pt x="942" y="990"/>
                  </a:lnTo>
                  <a:lnTo>
                    <a:pt x="1342" y="990"/>
                  </a:lnTo>
                  <a:lnTo>
                    <a:pt x="156" y="27"/>
                  </a:lnTo>
                  <a:lnTo>
                    <a:pt x="0" y="0"/>
                  </a:lnTo>
                  <a:lnTo>
                    <a:pt x="0" y="3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</p:sp>
        <p:sp>
          <p:nvSpPr>
            <p:cNvPr id="13" name="Freeform 11"/>
            <p:cNvSpPr/>
            <p:nvPr/>
          </p:nvSpPr>
          <p:spPr bwMode="auto">
            <a:xfrm>
              <a:off x="1320800" y="5238750"/>
              <a:ext cx="1695450" cy="1619250"/>
            </a:xfrm>
            <a:custGeom>
              <a:avLst/>
              <a:gdLst/>
              <a:ahLst/>
              <a:cxnLst/>
              <a:rect l="0" t="0" r="r" b="b"/>
              <a:pathLst>
                <a:path w="1068" h="1020">
                  <a:moveTo>
                    <a:pt x="1068" y="1020"/>
                  </a:moveTo>
                  <a:lnTo>
                    <a:pt x="184" y="60"/>
                  </a:lnTo>
                  <a:lnTo>
                    <a:pt x="154" y="27"/>
                  </a:lnTo>
                  <a:lnTo>
                    <a:pt x="157" y="27"/>
                  </a:lnTo>
                  <a:lnTo>
                    <a:pt x="157" y="24"/>
                  </a:lnTo>
                  <a:lnTo>
                    <a:pt x="154" y="24"/>
                  </a:lnTo>
                  <a:lnTo>
                    <a:pt x="0" y="0"/>
                  </a:lnTo>
                  <a:lnTo>
                    <a:pt x="0" y="0"/>
                  </a:lnTo>
                  <a:lnTo>
                    <a:pt x="774" y="1020"/>
                  </a:lnTo>
                  <a:lnTo>
                    <a:pt x="1068" y="1020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84311" y="685800"/>
            <a:ext cx="10018713" cy="1752599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0" y="2666999"/>
            <a:ext cx="10018713" cy="312420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732656" y="5883275"/>
            <a:ext cx="11430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FE8E6EC5-F474-44B6-BEB8-D58CC4B7C9F7}" type="datetimeFigureOut">
              <a:rPr lang="fr-FR" smtClean="0"/>
              <a:t>17/05/2018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72279" y="5883275"/>
            <a:ext cx="708417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5F93F7CE-007F-4D89-B3E5-B7F3B107E0C8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00943823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1" r:id="rId1"/>
    <p:sldLayoutId id="2147483692" r:id="rId2"/>
    <p:sldLayoutId id="2147483693" r:id="rId3"/>
    <p:sldLayoutId id="2147483694" r:id="rId4"/>
    <p:sldLayoutId id="2147483695" r:id="rId5"/>
    <p:sldLayoutId id="2147483696" r:id="rId6"/>
    <p:sldLayoutId id="2147483697" r:id="rId7"/>
    <p:sldLayoutId id="2147483698" r:id="rId8"/>
    <p:sldLayoutId id="2147483699" r:id="rId9"/>
    <p:sldLayoutId id="2147483700" r:id="rId10"/>
    <p:sldLayoutId id="2147483701" r:id="rId11"/>
    <p:sldLayoutId id="2147483702" r:id="rId12"/>
    <p:sldLayoutId id="2147483703" r:id="rId13"/>
    <p:sldLayoutId id="2147483704" r:id="rId14"/>
    <p:sldLayoutId id="2147483705" r:id="rId15"/>
    <p:sldLayoutId id="2147483706" r:id="rId16"/>
    <p:sldLayoutId id="2147483707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000" kern="1200" cap="none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2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20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8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6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E2FDB0B-6A22-4309-BFFD-278D7722EB4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pPr algn="ctr"/>
            <a:r>
              <a:rPr lang="fr-FR" dirty="0"/>
              <a:t>Trivial </a:t>
            </a:r>
            <a:r>
              <a:rPr lang="fr-FR" dirty="0" err="1"/>
              <a:t>Pursuit</a:t>
            </a:r>
            <a:r>
              <a:rPr lang="fr-FR" dirty="0"/>
              <a:t> : The World of </a:t>
            </a:r>
            <a:r>
              <a:rPr lang="fr-FR" dirty="0" err="1"/>
              <a:t>Computing</a:t>
            </a:r>
            <a:br>
              <a:rPr lang="fr-FR" dirty="0"/>
            </a:br>
            <a:endParaRPr lang="fr-FR" dirty="0"/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58BAE127-837D-4937-8774-84FE6DDBC28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lnSpcReduction="10000"/>
          </a:bodyPr>
          <a:lstStyle/>
          <a:p>
            <a:pPr algn="ctr"/>
            <a:r>
              <a:rPr lang="fr-FR" b="1" dirty="0"/>
              <a:t>Groupe n°</a:t>
            </a:r>
            <a:r>
              <a:rPr lang="fr-FR" b="1" dirty="0">
                <a:latin typeface="Arial" panose="020B0604020202020204" pitchFamily="34" charset="0"/>
                <a:cs typeface="Arial" panose="020B0604020202020204" pitchFamily="34" charset="0"/>
              </a:rPr>
              <a:t>A06</a:t>
            </a:r>
            <a:endParaRPr lang="fr-FR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r>
              <a:rPr lang="fr-FR" b="1" dirty="0"/>
              <a:t>LADERRIERE Loïc &amp; EL KOUKOUCHI Bilal </a:t>
            </a:r>
          </a:p>
          <a:p>
            <a:pPr algn="ctr"/>
            <a:r>
              <a:rPr lang="fr-FR" b="1" dirty="0"/>
              <a:t>&amp; SAHIOUNI Sacha</a:t>
            </a:r>
            <a:endParaRPr lang="fr-FR" dirty="0"/>
          </a:p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02887058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5E7B872-F986-4D47-BC9F-F3BE12DB61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fr-FR" dirty="0" err="1"/>
              <a:t>Summary</a:t>
            </a:r>
            <a:endParaRPr lang="fr-FR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14CAE977-EFB7-4A0F-9E5A-51D084A4C4A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84310" y="2857501"/>
            <a:ext cx="10018713" cy="3124201"/>
          </a:xfrm>
        </p:spPr>
        <p:txBody>
          <a:bodyPr/>
          <a:lstStyle/>
          <a:p>
            <a:r>
              <a:rPr lang="fr-FR" dirty="0"/>
              <a:t>Introduction</a:t>
            </a:r>
          </a:p>
          <a:p>
            <a:r>
              <a:rPr lang="fr-FR" dirty="0"/>
              <a:t>Scrum </a:t>
            </a:r>
            <a:r>
              <a:rPr lang="fr-FR" dirty="0" err="1"/>
              <a:t>methodology</a:t>
            </a:r>
            <a:endParaRPr lang="fr-FR" dirty="0"/>
          </a:p>
          <a:p>
            <a:r>
              <a:rPr lang="fr-FR" dirty="0"/>
              <a:t>Our </a:t>
            </a:r>
            <a:r>
              <a:rPr lang="fr-FR" dirty="0" err="1"/>
              <a:t>Working</a:t>
            </a:r>
            <a:r>
              <a:rPr lang="fr-FR" dirty="0"/>
              <a:t> </a:t>
            </a:r>
            <a:r>
              <a:rPr lang="fr-FR" dirty="0" err="1"/>
              <a:t>method</a:t>
            </a:r>
            <a:endParaRPr lang="fr-FR" dirty="0"/>
          </a:p>
          <a:p>
            <a:r>
              <a:rPr lang="fr-FR" dirty="0" err="1"/>
              <a:t>Demonstration</a:t>
            </a:r>
            <a:r>
              <a:rPr lang="fr-FR" dirty="0"/>
              <a:t> of the application</a:t>
            </a:r>
          </a:p>
          <a:p>
            <a:r>
              <a:rPr lang="fr-FR" dirty="0" err="1"/>
              <a:t>Diagrams</a:t>
            </a:r>
            <a:endParaRPr lang="fr-FR" dirty="0"/>
          </a:p>
          <a:p>
            <a:r>
              <a:rPr lang="fr-FR" dirty="0"/>
              <a:t>Conclusion</a:t>
            </a:r>
          </a:p>
          <a:p>
            <a:pPr marL="0" indent="0">
              <a:buNone/>
            </a:pPr>
            <a:endParaRPr lang="fr-FR" dirty="0"/>
          </a:p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86048545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2F74339-4D9C-40A8-A04A-6D2E514C55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fr-FR" dirty="0"/>
              <a:t>Introduction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35E464EE-B8FC-49A1-B054-04F982D1802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fr-FR" dirty="0"/>
              <a:t>The </a:t>
            </a:r>
            <a:r>
              <a:rPr lang="fr-FR" dirty="0" err="1"/>
              <a:t>subject</a:t>
            </a:r>
            <a:endParaRPr lang="fr-FR" dirty="0"/>
          </a:p>
          <a:p>
            <a:pPr lvl="1"/>
            <a:r>
              <a:rPr lang="fr-FR" dirty="0"/>
              <a:t>Java Application of « Trivial </a:t>
            </a:r>
            <a:r>
              <a:rPr lang="fr-FR" dirty="0" err="1"/>
              <a:t>Pursuit</a:t>
            </a:r>
            <a:r>
              <a:rPr lang="fr-FR" dirty="0"/>
              <a:t> » </a:t>
            </a:r>
            <a:r>
              <a:rPr lang="fr-FR" dirty="0" err="1"/>
              <a:t>game</a:t>
            </a:r>
            <a:endParaRPr lang="fr-FR" dirty="0"/>
          </a:p>
          <a:p>
            <a:pPr lvl="1"/>
            <a:r>
              <a:rPr lang="fr-FR" dirty="0"/>
              <a:t>In </a:t>
            </a:r>
            <a:r>
              <a:rPr lang="fr-FR" dirty="0" err="1"/>
              <a:t>english</a:t>
            </a:r>
            <a:endParaRPr lang="fr-FR" dirty="0"/>
          </a:p>
          <a:p>
            <a:r>
              <a:rPr lang="fr-FR" dirty="0" err="1"/>
              <a:t>Specific</a:t>
            </a:r>
            <a:r>
              <a:rPr lang="fr-FR" dirty="0"/>
              <a:t> Instructions</a:t>
            </a:r>
          </a:p>
          <a:p>
            <a:pPr lvl="1"/>
            <a:r>
              <a:rPr lang="fr-FR" dirty="0"/>
              <a:t>Not the </a:t>
            </a:r>
            <a:r>
              <a:rPr lang="fr-FR" dirty="0" err="1"/>
              <a:t>same</a:t>
            </a:r>
            <a:r>
              <a:rPr lang="fr-FR" dirty="0"/>
              <a:t> </a:t>
            </a:r>
            <a:r>
              <a:rPr lang="fr-FR" dirty="0" err="1"/>
              <a:t>gameboard</a:t>
            </a:r>
            <a:endParaRPr lang="fr-FR" dirty="0"/>
          </a:p>
          <a:p>
            <a:pPr lvl="1"/>
            <a:r>
              <a:rPr lang="fr-FR" dirty="0" err="1"/>
              <a:t>We</a:t>
            </a:r>
            <a:r>
              <a:rPr lang="fr-FR" dirty="0"/>
              <a:t> use a </a:t>
            </a:r>
            <a:r>
              <a:rPr lang="fr-FR" dirty="0" err="1"/>
              <a:t>wheel</a:t>
            </a:r>
            <a:r>
              <a:rPr lang="fr-FR" dirty="0"/>
              <a:t> </a:t>
            </a:r>
          </a:p>
          <a:p>
            <a:pPr lvl="1"/>
            <a:r>
              <a:rPr lang="fr-FR" dirty="0"/>
              <a:t>Network </a:t>
            </a:r>
            <a:r>
              <a:rPr lang="fr-FR" dirty="0" err="1"/>
              <a:t>game</a:t>
            </a:r>
            <a:r>
              <a:rPr lang="fr-FR" dirty="0"/>
              <a:t> mode</a:t>
            </a:r>
          </a:p>
        </p:txBody>
      </p:sp>
    </p:spTree>
    <p:extLst>
      <p:ext uri="{BB962C8B-B14F-4D97-AF65-F5344CB8AC3E}">
        <p14:creationId xmlns:p14="http://schemas.microsoft.com/office/powerpoint/2010/main" val="173168804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E3E8D82-3BB0-467C-B1A0-90A09F1505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fr-FR" dirty="0"/>
              <a:t>Scrum </a:t>
            </a:r>
            <a:r>
              <a:rPr lang="fr-FR" dirty="0" err="1"/>
              <a:t>methodology</a:t>
            </a:r>
            <a:endParaRPr lang="fr-FR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914FF35F-20A9-4351-85E2-38EC028BD54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84310" y="2438399"/>
            <a:ext cx="10018713" cy="2475345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endParaRPr lang="fr-FR" dirty="0"/>
          </a:p>
          <a:p>
            <a:r>
              <a:rPr lang="fr-FR" dirty="0"/>
              <a:t>Work </a:t>
            </a:r>
            <a:r>
              <a:rPr lang="fr-FR" dirty="0" err="1"/>
              <a:t>divided</a:t>
            </a:r>
            <a:r>
              <a:rPr lang="fr-FR" dirty="0"/>
              <a:t> </a:t>
            </a:r>
            <a:r>
              <a:rPr lang="fr-FR" dirty="0" err="1"/>
              <a:t>into</a:t>
            </a:r>
            <a:r>
              <a:rPr lang="fr-FR" dirty="0"/>
              <a:t> </a:t>
            </a:r>
            <a:r>
              <a:rPr lang="fr-FR" dirty="0" err="1"/>
              <a:t>severals</a:t>
            </a:r>
            <a:r>
              <a:rPr lang="fr-FR" dirty="0"/>
              <a:t> sprints</a:t>
            </a:r>
          </a:p>
          <a:p>
            <a:r>
              <a:rPr lang="fr-FR" dirty="0"/>
              <a:t>Report for </a:t>
            </a:r>
            <a:r>
              <a:rPr lang="fr-FR" dirty="0" err="1"/>
              <a:t>each</a:t>
            </a:r>
            <a:r>
              <a:rPr lang="fr-FR" dirty="0"/>
              <a:t> sprint</a:t>
            </a:r>
          </a:p>
          <a:p>
            <a:r>
              <a:rPr lang="fr-FR" dirty="0" err="1"/>
              <a:t>Speak</a:t>
            </a:r>
            <a:r>
              <a:rPr lang="fr-FR" dirty="0"/>
              <a:t> </a:t>
            </a:r>
            <a:r>
              <a:rPr lang="fr-FR" dirty="0" err="1"/>
              <a:t>with</a:t>
            </a:r>
            <a:r>
              <a:rPr lang="fr-FR" dirty="0"/>
              <a:t> the </a:t>
            </a:r>
            <a:r>
              <a:rPr lang="fr-FR" dirty="0" err="1"/>
              <a:t>product</a:t>
            </a:r>
            <a:r>
              <a:rPr lang="fr-FR" dirty="0"/>
              <a:t> </a:t>
            </a:r>
            <a:r>
              <a:rPr lang="fr-FR" dirty="0" err="1"/>
              <a:t>owner</a:t>
            </a:r>
            <a:endParaRPr lang="fr-FR" dirty="0"/>
          </a:p>
          <a:p>
            <a:r>
              <a:rPr lang="fr-FR" dirty="0"/>
              <a:t>Adaptation </a:t>
            </a:r>
          </a:p>
        </p:txBody>
      </p:sp>
    </p:spTree>
    <p:extLst>
      <p:ext uri="{BB962C8B-B14F-4D97-AF65-F5344CB8AC3E}">
        <p14:creationId xmlns:p14="http://schemas.microsoft.com/office/powerpoint/2010/main" val="279901033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007E8E2-057E-464E-83B9-0B3AA92F6B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fr-FR" dirty="0"/>
              <a:t>Our </a:t>
            </a:r>
            <a:r>
              <a:rPr lang="fr-FR" dirty="0" err="1"/>
              <a:t>working</a:t>
            </a:r>
            <a:r>
              <a:rPr lang="fr-FR" dirty="0"/>
              <a:t> </a:t>
            </a:r>
            <a:r>
              <a:rPr lang="fr-FR" dirty="0" err="1"/>
              <a:t>method</a:t>
            </a:r>
            <a:endParaRPr lang="fr-FR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3C8FF236-B6FF-4BCC-9F55-840F5FEACE8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 err="1"/>
              <a:t>We</a:t>
            </a:r>
            <a:r>
              <a:rPr lang="fr-FR" dirty="0"/>
              <a:t> use GIT to </a:t>
            </a:r>
            <a:r>
              <a:rPr lang="fr-FR" dirty="0" err="1"/>
              <a:t>modify</a:t>
            </a:r>
            <a:r>
              <a:rPr lang="fr-FR" dirty="0"/>
              <a:t> the code</a:t>
            </a:r>
          </a:p>
          <a:p>
            <a:r>
              <a:rPr lang="fr-FR" dirty="0" err="1"/>
              <a:t>We</a:t>
            </a:r>
            <a:r>
              <a:rPr lang="fr-FR" dirty="0"/>
              <a:t> use a </a:t>
            </a:r>
            <a:r>
              <a:rPr lang="fr-FR" dirty="0" err="1"/>
              <a:t>voice</a:t>
            </a:r>
            <a:r>
              <a:rPr lang="fr-FR" dirty="0"/>
              <a:t> over internet </a:t>
            </a:r>
            <a:r>
              <a:rPr lang="fr-FR" dirty="0" err="1"/>
              <a:t>protocol</a:t>
            </a:r>
            <a:r>
              <a:rPr lang="fr-FR" dirty="0"/>
              <a:t> (</a:t>
            </a:r>
            <a:r>
              <a:rPr lang="fr-FR" dirty="0" err="1"/>
              <a:t>VoIP</a:t>
            </a:r>
            <a:r>
              <a:rPr lang="fr-FR" dirty="0"/>
              <a:t>) </a:t>
            </a:r>
            <a:r>
              <a:rPr lang="fr-FR" dirty="0">
                <a:sym typeface="Wingdings" panose="05000000000000000000" pitchFamily="2" charset="2"/>
              </a:rPr>
              <a:t> Discord</a:t>
            </a:r>
          </a:p>
          <a:p>
            <a:r>
              <a:rPr lang="fr-FR" dirty="0">
                <a:sym typeface="Wingdings" panose="05000000000000000000" pitchFamily="2" charset="2"/>
              </a:rPr>
              <a:t>Pair-</a:t>
            </a:r>
            <a:r>
              <a:rPr lang="fr-FR" dirty="0" err="1">
                <a:sym typeface="Wingdings" panose="05000000000000000000" pitchFamily="2" charset="2"/>
              </a:rPr>
              <a:t>programming</a:t>
            </a:r>
            <a:r>
              <a:rPr lang="fr-FR" dirty="0">
                <a:sym typeface="Wingdings" panose="05000000000000000000" pitchFamily="2" charset="2"/>
              </a:rPr>
              <a:t>  </a:t>
            </a:r>
            <a:r>
              <a:rPr lang="fr-FR" dirty="0" err="1">
                <a:sym typeface="Wingdings" panose="05000000000000000000" pitchFamily="2" charset="2"/>
              </a:rPr>
              <a:t>Teamviewer</a:t>
            </a:r>
            <a:endParaRPr lang="fr-FR" dirty="0">
              <a:sym typeface="Wingdings" panose="05000000000000000000" pitchFamily="2" charset="2"/>
            </a:endParaRPr>
          </a:p>
          <a:p>
            <a:r>
              <a:rPr lang="fr-FR" dirty="0">
                <a:sym typeface="Wingdings" panose="05000000000000000000" pitchFamily="2" charset="2"/>
              </a:rPr>
              <a:t>Days </a:t>
            </a:r>
            <a:r>
              <a:rPr lang="fr-FR" dirty="0" err="1">
                <a:sym typeface="Wingdings" panose="05000000000000000000" pitchFamily="2" charset="2"/>
              </a:rPr>
              <a:t>organization</a:t>
            </a:r>
            <a:endParaRPr lang="fr-FR" dirty="0">
              <a:sym typeface="Wingdings" panose="05000000000000000000" pitchFamily="2" charset="2"/>
            </a:endParaRPr>
          </a:p>
          <a:p>
            <a:pPr marL="0" indent="0">
              <a:buNone/>
            </a:pPr>
            <a:endParaRPr lang="fr-FR" dirty="0">
              <a:sym typeface="Wingdings" panose="05000000000000000000" pitchFamily="2" charset="2"/>
            </a:endParaRPr>
          </a:p>
          <a:p>
            <a:pPr marL="0" indent="0">
              <a:buNone/>
            </a:pPr>
            <a:endParaRPr lang="fr-FR" dirty="0">
              <a:sym typeface="Wingdings" panose="05000000000000000000" pitchFamily="2" charset="2"/>
            </a:endParaRPr>
          </a:p>
          <a:p>
            <a:pPr marL="0" indent="0">
              <a:buNone/>
            </a:pP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02911996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3EC5074-90BF-41E5-8C64-879CC61C6E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4311" y="685800"/>
            <a:ext cx="10018713" cy="1752599"/>
          </a:xfrm>
        </p:spPr>
        <p:txBody>
          <a:bodyPr/>
          <a:lstStyle/>
          <a:p>
            <a:pPr algn="ctr"/>
            <a:r>
              <a:rPr lang="fr-FR" dirty="0" err="1"/>
              <a:t>Demonstration</a:t>
            </a:r>
            <a:endParaRPr lang="fr-FR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35C2C8FA-8925-4F4D-AA2C-C452A26C1B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84310" y="2666999"/>
            <a:ext cx="10018713" cy="3124201"/>
          </a:xfrm>
        </p:spPr>
        <p:txBody>
          <a:bodyPr/>
          <a:lstStyle/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33845060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428B276-F90F-4974-8B1B-1F7A50B8FB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4311" y="166511"/>
            <a:ext cx="10018713" cy="1007533"/>
          </a:xfrm>
        </p:spPr>
        <p:txBody>
          <a:bodyPr/>
          <a:lstStyle/>
          <a:p>
            <a:r>
              <a:rPr lang="fr-FR" dirty="0"/>
              <a:t>General </a:t>
            </a:r>
            <a:r>
              <a:rPr lang="fr-FR" dirty="0" err="1"/>
              <a:t>diagram</a:t>
            </a:r>
            <a:endParaRPr lang="fr-FR" dirty="0"/>
          </a:p>
        </p:txBody>
      </p:sp>
      <p:pic>
        <p:nvPicPr>
          <p:cNvPr id="4" name="Espace réservé du contenu 3">
            <a:extLst>
              <a:ext uri="{FF2B5EF4-FFF2-40B4-BE49-F238E27FC236}">
                <a16:creationId xmlns:a16="http://schemas.microsoft.com/office/drawing/2014/main" id="{52CE1518-C75D-426B-8D4E-C08CE825ED51}"/>
              </a:ext>
            </a:extLst>
          </p:cNvPr>
          <p:cNvPicPr>
            <a:picLocks noGrp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27057" y="1174044"/>
            <a:ext cx="8534508" cy="5429956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75020651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CED80D8-0036-4559-8250-7886B8358D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4311" y="166511"/>
            <a:ext cx="10018713" cy="973667"/>
          </a:xfrm>
        </p:spPr>
        <p:txBody>
          <a:bodyPr/>
          <a:lstStyle/>
          <a:p>
            <a:r>
              <a:rPr lang="fr-FR" dirty="0"/>
              <a:t>Design pattern </a:t>
            </a:r>
            <a:r>
              <a:rPr lang="fr-FR" dirty="0" err="1"/>
              <a:t>diagram</a:t>
            </a:r>
            <a:endParaRPr lang="fr-FR" dirty="0"/>
          </a:p>
        </p:txBody>
      </p:sp>
      <p:pic>
        <p:nvPicPr>
          <p:cNvPr id="4" name="Espace réservé du contenu 3">
            <a:extLst>
              <a:ext uri="{FF2B5EF4-FFF2-40B4-BE49-F238E27FC236}">
                <a16:creationId xmlns:a16="http://schemas.microsoft.com/office/drawing/2014/main" id="{01CC126B-44CE-4BDF-A995-E605B9783B01}"/>
              </a:ext>
            </a:extLst>
          </p:cNvPr>
          <p:cNvPicPr>
            <a:picLocks noGrp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19760" y="1512712"/>
            <a:ext cx="9547814" cy="4320826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405655404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FFC89DD-88B9-4114-BE1C-EC202AFA0C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fr-FR" dirty="0"/>
              <a:t>Conclusion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7273104B-0584-4A29-8C2E-50087C61B0D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Good </a:t>
            </a:r>
            <a:r>
              <a:rPr lang="fr-FR" dirty="0" err="1"/>
              <a:t>exercise</a:t>
            </a:r>
            <a:r>
              <a:rPr lang="fr-FR" dirty="0"/>
              <a:t>  to </a:t>
            </a:r>
            <a:r>
              <a:rPr lang="fr-FR" dirty="0" err="1"/>
              <a:t>increase</a:t>
            </a:r>
            <a:r>
              <a:rPr lang="fr-FR" dirty="0"/>
              <a:t> </a:t>
            </a:r>
            <a:r>
              <a:rPr lang="fr-FR" dirty="0" err="1"/>
              <a:t>our</a:t>
            </a:r>
            <a:r>
              <a:rPr lang="fr-FR" dirty="0"/>
              <a:t> </a:t>
            </a:r>
            <a:r>
              <a:rPr lang="fr-FR" dirty="0" err="1"/>
              <a:t>knowledge</a:t>
            </a:r>
            <a:endParaRPr lang="fr-FR" dirty="0"/>
          </a:p>
          <a:p>
            <a:r>
              <a:rPr lang="fr-FR" dirty="0"/>
              <a:t>Best </a:t>
            </a:r>
            <a:r>
              <a:rPr lang="fr-FR" dirty="0" err="1"/>
              <a:t>organization</a:t>
            </a:r>
            <a:r>
              <a:rPr lang="fr-FR" dirty="0"/>
              <a:t> team </a:t>
            </a:r>
            <a:r>
              <a:rPr lang="fr-FR" dirty="0" err="1"/>
              <a:t>working</a:t>
            </a:r>
            <a:r>
              <a:rPr lang="fr-FR" dirty="0"/>
              <a:t> </a:t>
            </a:r>
            <a:r>
              <a:rPr lang="fr-FR" dirty="0" err="1"/>
              <a:t>method</a:t>
            </a:r>
            <a:endParaRPr lang="fr-FR" dirty="0"/>
          </a:p>
          <a:p>
            <a:r>
              <a:rPr lang="fr-FR" dirty="0" err="1"/>
              <a:t>Exceed</a:t>
            </a:r>
            <a:r>
              <a:rPr lang="fr-FR" dirty="0"/>
              <a:t> </a:t>
            </a:r>
            <a:r>
              <a:rPr lang="fr-FR" dirty="0" err="1"/>
              <a:t>our</a:t>
            </a:r>
            <a:r>
              <a:rPr lang="fr-FR" dirty="0"/>
              <a:t> expectations</a:t>
            </a:r>
          </a:p>
          <a:p>
            <a:pPr marL="0" indent="0">
              <a:buNone/>
            </a:pPr>
            <a:br>
              <a:rPr lang="fr-FR" dirty="0"/>
            </a:b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723906665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Parallaxe">
  <a:themeElements>
    <a:clrScheme name="Parallaxe">
      <a:dk1>
        <a:sysClr val="windowText" lastClr="000000"/>
      </a:dk1>
      <a:lt1>
        <a:sysClr val="window" lastClr="FFFFFF"/>
      </a:lt1>
      <a:dk2>
        <a:srgbClr val="212121"/>
      </a:dk2>
      <a:lt2>
        <a:srgbClr val="CDD0D1"/>
      </a:lt2>
      <a:accent1>
        <a:srgbClr val="30ACEC"/>
      </a:accent1>
      <a:accent2>
        <a:srgbClr val="80C34F"/>
      </a:accent2>
      <a:accent3>
        <a:srgbClr val="E29D3E"/>
      </a:accent3>
      <a:accent4>
        <a:srgbClr val="D64A3B"/>
      </a:accent4>
      <a:accent5>
        <a:srgbClr val="D64787"/>
      </a:accent5>
      <a:accent6>
        <a:srgbClr val="A666E1"/>
      </a:accent6>
      <a:hlink>
        <a:srgbClr val="3085ED"/>
      </a:hlink>
      <a:folHlink>
        <a:srgbClr val="82B6F4"/>
      </a:folHlink>
    </a:clrScheme>
    <a:fontScheme name="Parallaxe">
      <a:majorFont>
        <a:latin typeface="Corbel" panose="020B0503020204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Parallaxe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04000"/>
              </a:schemeClr>
            </a:gs>
            <a:gs pos="100000">
              <a:schemeClr val="phClr">
                <a:tint val="84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2000"/>
              </a:schemeClr>
            </a:gs>
            <a:gs pos="100000">
              <a:schemeClr val="phClr">
                <a:shade val="88000"/>
                <a:lumMod val="94000"/>
              </a:schemeClr>
            </a:gs>
          </a:gsLst>
          <a:path path="circle">
            <a:fillToRect l="50000" t="100000" r="100000" b="50000"/>
          </a:path>
        </a:gradFill>
      </a:fillStyleLst>
      <a:lnStyleLst>
        <a:ln w="9525" cap="rnd" cmpd="sng" algn="ctr">
          <a:solidFill>
            <a:schemeClr val="phClr">
              <a:tint val="6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reflection blurRad="12700" stA="26000" endPos="32000" dist="12700" dir="5400000" sy="-100000" rotWithShape="0"/>
          </a:effectLst>
        </a:effectStyle>
        <a:effectStyle>
          <a:effectLst>
            <a:outerShdw blurRad="38100" dist="25400" dir="5400000" rotWithShape="0">
              <a:srgbClr val="000000">
                <a:alpha val="64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25400" h="127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64000"/>
                <a:lumMod val="98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shade val="76000"/>
                <a:satMod val="180000"/>
              </a:schemeClr>
              <a:schemeClr val="phClr">
                <a:tint val="80000"/>
                <a:satMod val="120000"/>
                <a:lumMod val="18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arallax" id="{3388167B-A2EB-4685-9635-1831D9AEF8C4}" vid="{4F7A876A-7598-49CA-AFC8-8EDA2551E4A7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TM03457496[[fn=Parallaxe]]</Template>
  <TotalTime>361</TotalTime>
  <Words>105</Words>
  <Application>Microsoft Office PowerPoint</Application>
  <PresentationFormat>Grand écran</PresentationFormat>
  <Paragraphs>39</Paragraphs>
  <Slides>9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9</vt:i4>
      </vt:variant>
    </vt:vector>
  </HeadingPairs>
  <TitlesOfParts>
    <vt:vector size="13" baseType="lpstr">
      <vt:lpstr>Arial</vt:lpstr>
      <vt:lpstr>Corbel</vt:lpstr>
      <vt:lpstr>Wingdings</vt:lpstr>
      <vt:lpstr>Parallaxe</vt:lpstr>
      <vt:lpstr>Trivial Pursuit : The World of Computing </vt:lpstr>
      <vt:lpstr>Summary</vt:lpstr>
      <vt:lpstr>Introduction</vt:lpstr>
      <vt:lpstr>Scrum methodology</vt:lpstr>
      <vt:lpstr>Our working method</vt:lpstr>
      <vt:lpstr>Demonstration</vt:lpstr>
      <vt:lpstr>General diagram</vt:lpstr>
      <vt:lpstr>Design pattern diagram</vt:lpstr>
      <vt:lpstr>Conclusion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PowerPoint</dc:title>
  <dc:creator>SACHA</dc:creator>
  <cp:lastModifiedBy>Loïc Laderrière</cp:lastModifiedBy>
  <cp:revision>19</cp:revision>
  <dcterms:created xsi:type="dcterms:W3CDTF">2018-05-13T14:30:27Z</dcterms:created>
  <dcterms:modified xsi:type="dcterms:W3CDTF">2018-05-17T11:32:55Z</dcterms:modified>
</cp:coreProperties>
</file>